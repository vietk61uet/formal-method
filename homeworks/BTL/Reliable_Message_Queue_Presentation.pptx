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5" r:id="rId3"/>
    <p:sldId id="261" r:id="rId4"/>
    <p:sldId id="262" r:id="rId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1" d="100"/>
          <a:sy n="91" d="100"/>
        </p:scale>
        <p:origin x="1221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117" y="2200193"/>
            <a:ext cx="8022020" cy="1470025"/>
          </a:xfrm>
        </p:spPr>
        <p:txBody>
          <a:bodyPr>
            <a:normAutofit/>
          </a:bodyPr>
          <a:lstStyle/>
          <a:p>
            <a:pPr algn="l"/>
            <a:r>
              <a:rPr lang="en-US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- </a:t>
            </a:r>
            <a:r>
              <a:rPr lang="vi-VN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Không mất tin nhắn: mọi tin nhắn đã enqueue thì hoặc sẽ được dequeue, hoặc vẫn nằm trong hệ thống.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- </a:t>
            </a:r>
            <a:r>
              <a:rPr lang="vi-VN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Không xử lý lặp: mỗi tin nhắn chỉ được xử lý đúng một lần.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317532" y="1592318"/>
            <a:ext cx="427290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Reliable Message </a:t>
            </a:r>
            <a:r>
              <a:rPr lang="en-US" sz="3200" dirty="0" smtClean="0"/>
              <a:t>Queue</a:t>
            </a:r>
            <a:endParaRPr lang="en-US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2304" y="638503"/>
            <a:ext cx="8229600" cy="523037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 smtClean="0"/>
              <a:t>	</a:t>
            </a:r>
            <a:r>
              <a:rPr lang="en-US" dirty="0" err="1" smtClean="0"/>
              <a:t>Định</a:t>
            </a:r>
            <a:r>
              <a:rPr lang="en-US" dirty="0" smtClean="0"/>
              <a:t> </a:t>
            </a:r>
            <a:r>
              <a:rPr lang="en-US" dirty="0" err="1" smtClean="0"/>
              <a:t>nghĩa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thành</a:t>
            </a:r>
            <a:r>
              <a:rPr lang="en-US" dirty="0" smtClean="0"/>
              <a:t> </a:t>
            </a:r>
            <a:r>
              <a:rPr lang="en-US" dirty="0" err="1" smtClean="0"/>
              <a:t>phần</a:t>
            </a:r>
            <a:r>
              <a:rPr lang="en-US" dirty="0" smtClean="0"/>
              <a:t> </a:t>
            </a:r>
            <a:r>
              <a:rPr lang="en-US" dirty="0" err="1" smtClean="0"/>
              <a:t>trong</a:t>
            </a:r>
            <a:r>
              <a:rPr lang="en-US" dirty="0" smtClean="0"/>
              <a:t> </a:t>
            </a:r>
            <a:r>
              <a:rPr lang="en-US" dirty="0" err="1" smtClean="0"/>
              <a:t>hệ</a:t>
            </a:r>
            <a:r>
              <a:rPr lang="en-US" dirty="0" smtClean="0"/>
              <a:t> </a:t>
            </a:r>
            <a:r>
              <a:rPr lang="en-US" dirty="0" err="1" smtClean="0"/>
              <a:t>thống</a:t>
            </a:r>
            <a:endParaRPr dirty="0" smtClean="0"/>
          </a:p>
          <a:p>
            <a:pPr>
              <a:defRPr sz="1800">
                <a:latin typeface="Courier New"/>
              </a:defRPr>
            </a:pPr>
            <a:r>
              <a:rPr lang="en-US" b="1" dirty="0" err="1"/>
              <a:t>type_synonym</a:t>
            </a:r>
            <a:r>
              <a:rPr lang="en-US" b="1" dirty="0"/>
              <a:t> </a:t>
            </a:r>
            <a:r>
              <a:rPr lang="en-US" b="1" dirty="0" err="1"/>
              <a:t>msg</a:t>
            </a:r>
            <a:r>
              <a:rPr lang="en-US" b="1" dirty="0"/>
              <a:t> = </a:t>
            </a:r>
            <a:r>
              <a:rPr lang="en-US" b="1" dirty="0" err="1"/>
              <a:t>nat</a:t>
            </a:r>
            <a:r>
              <a:rPr lang="en-US" dirty="0"/>
              <a:t>: </a:t>
            </a:r>
            <a:r>
              <a:rPr lang="en-US" dirty="0" err="1"/>
              <a:t>chỉ</a:t>
            </a:r>
            <a:r>
              <a:rPr lang="en-US" dirty="0"/>
              <a:t> </a:t>
            </a:r>
            <a:r>
              <a:rPr lang="en-US" dirty="0" err="1"/>
              <a:t>cần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biệt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message </a:t>
            </a:r>
            <a:r>
              <a:rPr lang="en-US" dirty="0" err="1"/>
              <a:t>bằng</a:t>
            </a:r>
            <a:r>
              <a:rPr lang="en-US" dirty="0"/>
              <a:t> id</a:t>
            </a:r>
            <a:r>
              <a:rPr lang="en-US" dirty="0" smtClean="0"/>
              <a:t>.</a:t>
            </a:r>
            <a:endParaRPr lang="en-US" b="1" dirty="0" smtClean="0"/>
          </a:p>
          <a:p>
            <a:pPr>
              <a:defRPr sz="1800">
                <a:latin typeface="Courier New"/>
              </a:defRPr>
            </a:pPr>
            <a:r>
              <a:rPr b="1" dirty="0" smtClean="0"/>
              <a:t>record </a:t>
            </a:r>
            <a:r>
              <a:rPr b="1" dirty="0" err="1" smtClean="0"/>
              <a:t>mq_state</a:t>
            </a:r>
            <a:r>
              <a:rPr lang="en-US" b="1" dirty="0" smtClean="0"/>
              <a:t>: </a:t>
            </a:r>
            <a:r>
              <a:rPr lang="en-US" dirty="0" err="1" smtClean="0"/>
              <a:t>định</a:t>
            </a:r>
            <a:r>
              <a:rPr lang="en-US" dirty="0" smtClean="0"/>
              <a:t> </a:t>
            </a:r>
            <a:r>
              <a:rPr lang="en-US" dirty="0" err="1" smtClean="0"/>
              <a:t>nghĩa</a:t>
            </a:r>
            <a:r>
              <a:rPr lang="en-US" dirty="0" smtClean="0"/>
              <a:t> </a:t>
            </a:r>
            <a:r>
              <a:rPr lang="en-US" dirty="0" err="1" smtClean="0"/>
              <a:t>cấu</a:t>
            </a:r>
            <a:r>
              <a:rPr lang="en-US" dirty="0" smtClean="0"/>
              <a:t> </a:t>
            </a:r>
            <a:r>
              <a:rPr lang="en-US" dirty="0" err="1" smtClean="0"/>
              <a:t>trúc</a:t>
            </a:r>
            <a:r>
              <a:rPr lang="en-US" dirty="0" smtClean="0"/>
              <a:t> </a:t>
            </a:r>
            <a:r>
              <a:rPr lang="en-US" dirty="0" err="1" smtClean="0"/>
              <a:t>quản</a:t>
            </a:r>
            <a:r>
              <a:rPr lang="en-US" dirty="0" smtClean="0"/>
              <a:t> </a:t>
            </a:r>
            <a:r>
              <a:rPr lang="en-US" dirty="0" err="1" smtClean="0"/>
              <a:t>lý</a:t>
            </a:r>
            <a:r>
              <a:rPr lang="en-US" dirty="0" smtClean="0"/>
              <a:t> </a:t>
            </a:r>
            <a:r>
              <a:rPr lang="en-US" dirty="0" err="1" smtClean="0"/>
              <a:t>vòng</a:t>
            </a:r>
            <a:r>
              <a:rPr lang="en-US" dirty="0" smtClean="0"/>
              <a:t> </a:t>
            </a:r>
            <a:r>
              <a:rPr lang="en-US" dirty="0" err="1" smtClean="0"/>
              <a:t>đời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message </a:t>
            </a:r>
            <a:r>
              <a:rPr lang="en-US" dirty="0" err="1" smtClean="0"/>
              <a:t>trong</a:t>
            </a:r>
            <a:r>
              <a:rPr lang="en-US" dirty="0" smtClean="0"/>
              <a:t> </a:t>
            </a:r>
            <a:r>
              <a:rPr lang="en-US" dirty="0" err="1" smtClean="0"/>
              <a:t>hệ</a:t>
            </a:r>
            <a:r>
              <a:rPr lang="en-US" dirty="0" smtClean="0"/>
              <a:t> </a:t>
            </a:r>
            <a:r>
              <a:rPr lang="en-US" dirty="0" err="1" smtClean="0"/>
              <a:t>thống</a:t>
            </a:r>
            <a:r>
              <a:rPr lang="en-US" dirty="0" smtClean="0"/>
              <a:t>, </a:t>
            </a:r>
            <a:r>
              <a:rPr lang="en-US" dirty="0" err="1" smtClean="0"/>
              <a:t>mỗi</a:t>
            </a:r>
            <a:r>
              <a:rPr lang="en-US" dirty="0" smtClean="0"/>
              <a:t> </a:t>
            </a:r>
            <a:r>
              <a:rPr lang="en-US" dirty="0" smtClean="0"/>
              <a:t>list/set </a:t>
            </a:r>
            <a:r>
              <a:rPr lang="en-US" dirty="0" err="1" smtClean="0"/>
              <a:t>đại</a:t>
            </a:r>
            <a:r>
              <a:rPr lang="en-US" dirty="0" smtClean="0"/>
              <a:t> </a:t>
            </a:r>
            <a:r>
              <a:rPr lang="en-US" dirty="0" err="1" smtClean="0"/>
              <a:t>diện</a:t>
            </a:r>
            <a:r>
              <a:rPr lang="en-US" dirty="0" smtClean="0"/>
              <a:t> </a:t>
            </a:r>
            <a:r>
              <a:rPr lang="en-US" dirty="0" err="1" smtClean="0"/>
              <a:t>cho</a:t>
            </a:r>
            <a:r>
              <a:rPr lang="en-US" dirty="0" smtClean="0"/>
              <a:t> 1 </a:t>
            </a:r>
            <a:r>
              <a:rPr lang="en-US" dirty="0" err="1" smtClean="0"/>
              <a:t>trạng</a:t>
            </a:r>
            <a:r>
              <a:rPr lang="en-US" dirty="0" smtClean="0"/>
              <a:t> </a:t>
            </a:r>
            <a:r>
              <a:rPr lang="en-US" dirty="0" err="1" smtClean="0"/>
              <a:t>thái</a:t>
            </a:r>
            <a:r>
              <a:rPr lang="en-US" dirty="0" smtClean="0"/>
              <a:t> </a:t>
            </a:r>
            <a:r>
              <a:rPr lang="en-US" dirty="0" err="1" smtClean="0"/>
              <a:t>cụ</a:t>
            </a:r>
            <a:r>
              <a:rPr lang="en-US" dirty="0" smtClean="0"/>
              <a:t> </a:t>
            </a:r>
            <a:r>
              <a:rPr lang="en-US" dirty="0" err="1" smtClean="0"/>
              <a:t>thể</a:t>
            </a:r>
            <a:r>
              <a:rPr lang="en-US" dirty="0" smtClean="0"/>
              <a:t>(</a:t>
            </a:r>
            <a:r>
              <a:rPr lang="en-US" dirty="0" err="1" smtClean="0"/>
              <a:t>enqueue</a:t>
            </a:r>
            <a:r>
              <a:rPr lang="en-US" dirty="0" smtClean="0"/>
              <a:t>/</a:t>
            </a:r>
            <a:r>
              <a:rPr lang="en-US" dirty="0" err="1" smtClean="0"/>
              <a:t>dequeue</a:t>
            </a:r>
            <a:r>
              <a:rPr lang="en-US" dirty="0" smtClean="0"/>
              <a:t>/success/fail/retry</a:t>
            </a:r>
            <a:r>
              <a:rPr lang="en-US" dirty="0" smtClean="0"/>
              <a:t>)</a:t>
            </a:r>
          </a:p>
          <a:p>
            <a:pPr>
              <a:defRPr sz="1800">
                <a:latin typeface="Courier New"/>
              </a:defRPr>
            </a:pPr>
            <a:r>
              <a:rPr lang="en-US" b="1" dirty="0" smtClean="0"/>
              <a:t>definition </a:t>
            </a:r>
            <a:r>
              <a:rPr lang="en-US" b="1" dirty="0" err="1" smtClean="0"/>
              <a:t>initial_state</a:t>
            </a:r>
            <a:r>
              <a:rPr lang="en-US" dirty="0" smtClean="0"/>
              <a:t>: </a:t>
            </a:r>
            <a:r>
              <a:rPr lang="en-US" dirty="0" err="1" smtClean="0"/>
              <a:t>trạng</a:t>
            </a:r>
            <a:r>
              <a:rPr lang="en-US" dirty="0" smtClean="0"/>
              <a:t> </a:t>
            </a:r>
            <a:r>
              <a:rPr lang="en-US" dirty="0" err="1" smtClean="0"/>
              <a:t>thái</a:t>
            </a:r>
            <a:r>
              <a:rPr lang="en-US" dirty="0" smtClean="0"/>
              <a:t> ban </a:t>
            </a:r>
            <a:r>
              <a:rPr lang="en-US" dirty="0" err="1" smtClean="0"/>
              <a:t>đầu</a:t>
            </a:r>
            <a:r>
              <a:rPr lang="en-US" dirty="0" smtClean="0"/>
              <a:t> </a:t>
            </a:r>
            <a:r>
              <a:rPr lang="en-US" dirty="0" err="1" smtClean="0"/>
              <a:t>là</a:t>
            </a:r>
            <a:r>
              <a:rPr lang="en-US" dirty="0" smtClean="0"/>
              <a:t> record </a:t>
            </a:r>
            <a:r>
              <a:rPr lang="en-US" dirty="0" err="1" smtClean="0"/>
              <a:t>mq_state</a:t>
            </a:r>
            <a:r>
              <a:rPr lang="en-US" dirty="0" smtClean="0"/>
              <a:t> </a:t>
            </a:r>
            <a:r>
              <a:rPr lang="en-US" dirty="0" err="1" smtClean="0"/>
              <a:t>gồm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list/set </a:t>
            </a:r>
            <a:r>
              <a:rPr lang="en-US" dirty="0" err="1" smtClean="0"/>
              <a:t>đều</a:t>
            </a:r>
            <a:r>
              <a:rPr lang="en-US" dirty="0" smtClean="0"/>
              <a:t> </a:t>
            </a:r>
            <a:r>
              <a:rPr lang="en-US" dirty="0" err="1" smtClean="0"/>
              <a:t>rỗng</a:t>
            </a:r>
            <a:r>
              <a:rPr lang="en-US" dirty="0" smtClean="0"/>
              <a:t>.</a:t>
            </a:r>
          </a:p>
          <a:p>
            <a:pPr>
              <a:defRPr sz="1800">
                <a:latin typeface="Courier New"/>
              </a:defRPr>
            </a:pPr>
            <a:r>
              <a:rPr lang="en-US" b="1" dirty="0"/>
              <a:t>definition </a:t>
            </a:r>
            <a:r>
              <a:rPr lang="en-US" b="1" dirty="0" err="1"/>
              <a:t>unique_message_in_queue</a:t>
            </a:r>
            <a:r>
              <a:rPr lang="en-US" dirty="0" smtClean="0"/>
              <a:t>: </a:t>
            </a:r>
            <a:r>
              <a:rPr lang="en-US" dirty="0" err="1" smtClean="0"/>
              <a:t>khẳng</a:t>
            </a:r>
            <a:r>
              <a:rPr lang="en-US" dirty="0" smtClean="0"/>
              <a:t> </a:t>
            </a:r>
            <a:r>
              <a:rPr lang="en-US" dirty="0" err="1" smtClean="0"/>
              <a:t>định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message </a:t>
            </a:r>
            <a:r>
              <a:rPr lang="en-US" dirty="0" err="1" smtClean="0"/>
              <a:t>trong</a:t>
            </a:r>
            <a:r>
              <a:rPr lang="en-US" dirty="0" smtClean="0"/>
              <a:t> list </a:t>
            </a:r>
            <a:r>
              <a:rPr lang="en-US" dirty="0" err="1" smtClean="0"/>
              <a:t>là</a:t>
            </a:r>
            <a:r>
              <a:rPr lang="en-US" dirty="0" smtClean="0"/>
              <a:t> unique</a:t>
            </a:r>
          </a:p>
          <a:p>
            <a:pPr>
              <a:defRPr sz="1800">
                <a:latin typeface="Courier New"/>
              </a:defRPr>
            </a:pPr>
            <a:r>
              <a:rPr lang="en-US" b="1" dirty="0"/>
              <a:t>definition </a:t>
            </a:r>
            <a:r>
              <a:rPr lang="en-US" b="1" dirty="0" err="1"/>
              <a:t>no_interaction</a:t>
            </a:r>
            <a:r>
              <a:rPr lang="en-US" dirty="0" smtClean="0"/>
              <a:t>: </a:t>
            </a:r>
            <a:r>
              <a:rPr lang="en-US" dirty="0" err="1" smtClean="0"/>
              <a:t>khẳng</a:t>
            </a:r>
            <a:r>
              <a:rPr lang="en-US" dirty="0" smtClean="0"/>
              <a:t> </a:t>
            </a:r>
            <a:r>
              <a:rPr lang="en-US" dirty="0" err="1" smtClean="0"/>
              <a:t>định</a:t>
            </a:r>
            <a:r>
              <a:rPr lang="en-US" dirty="0" smtClean="0"/>
              <a:t> </a:t>
            </a:r>
            <a:r>
              <a:rPr lang="en-US" dirty="0" err="1" smtClean="0"/>
              <a:t>không</a:t>
            </a:r>
            <a:r>
              <a:rPr lang="en-US" dirty="0" smtClean="0"/>
              <a:t> </a:t>
            </a:r>
            <a:r>
              <a:rPr lang="en-US" dirty="0" err="1" smtClean="0"/>
              <a:t>có</a:t>
            </a:r>
            <a:r>
              <a:rPr lang="en-US" dirty="0" smtClean="0"/>
              <a:t> </a:t>
            </a:r>
            <a:r>
              <a:rPr lang="en-US" dirty="0" err="1" smtClean="0"/>
              <a:t>phần</a:t>
            </a:r>
            <a:r>
              <a:rPr lang="en-US" dirty="0" smtClean="0"/>
              <a:t> </a:t>
            </a:r>
            <a:r>
              <a:rPr lang="en-US" dirty="0" err="1" smtClean="0"/>
              <a:t>tử</a:t>
            </a:r>
            <a:r>
              <a:rPr lang="en-US" dirty="0" smtClean="0"/>
              <a:t> </a:t>
            </a:r>
            <a:r>
              <a:rPr lang="en-US" dirty="0" err="1" smtClean="0"/>
              <a:t>chung</a:t>
            </a:r>
            <a:r>
              <a:rPr lang="en-US" dirty="0" smtClean="0"/>
              <a:t> </a:t>
            </a:r>
            <a:r>
              <a:rPr lang="en-US" dirty="0" err="1" smtClean="0"/>
              <a:t>giữa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list/set ở </a:t>
            </a:r>
            <a:r>
              <a:rPr lang="en-US" dirty="0" err="1" smtClean="0"/>
              <a:t>trạng</a:t>
            </a:r>
            <a:r>
              <a:rPr lang="en-US" dirty="0" smtClean="0"/>
              <a:t> </a:t>
            </a:r>
            <a:r>
              <a:rPr lang="en-US" dirty="0" err="1" smtClean="0"/>
              <a:t>thái</a:t>
            </a:r>
            <a:r>
              <a:rPr lang="en-US" dirty="0" smtClean="0"/>
              <a:t> </a:t>
            </a:r>
            <a:r>
              <a:rPr lang="en-US" dirty="0" err="1" smtClean="0"/>
              <a:t>bất</a:t>
            </a:r>
            <a:r>
              <a:rPr lang="en-US" dirty="0" smtClean="0"/>
              <a:t> </a:t>
            </a:r>
            <a:r>
              <a:rPr lang="en-US" dirty="0" err="1" smtClean="0"/>
              <a:t>kì</a:t>
            </a:r>
            <a:endParaRPr lang="en-US" dirty="0" smtClean="0"/>
          </a:p>
          <a:p>
            <a:pPr>
              <a:defRPr sz="1800">
                <a:latin typeface="Courier New"/>
              </a:defRPr>
            </a:pPr>
            <a:r>
              <a:rPr lang="en-US" b="1" dirty="0"/>
              <a:t>definition </a:t>
            </a:r>
            <a:r>
              <a:rPr lang="en-US" b="1" dirty="0" err="1" smtClean="0"/>
              <a:t>unique_message</a:t>
            </a:r>
            <a:r>
              <a:rPr lang="en-US" dirty="0" smtClean="0"/>
              <a:t>: </a:t>
            </a:r>
            <a:r>
              <a:rPr lang="en-US" dirty="0" err="1" smtClean="0"/>
              <a:t>kết</a:t>
            </a:r>
            <a:r>
              <a:rPr lang="en-US" dirty="0" smtClean="0"/>
              <a:t> </a:t>
            </a:r>
            <a:r>
              <a:rPr lang="en-US" dirty="0" err="1" smtClean="0"/>
              <a:t>hợp</a:t>
            </a:r>
            <a:r>
              <a:rPr lang="en-US" dirty="0" smtClean="0"/>
              <a:t> </a:t>
            </a:r>
            <a:r>
              <a:rPr lang="en-US" b="1" dirty="0" err="1"/>
              <a:t>unique_message_in_queue</a:t>
            </a:r>
            <a:r>
              <a:rPr lang="en-US" b="1" dirty="0"/>
              <a:t> </a:t>
            </a:r>
            <a:r>
              <a:rPr lang="en-US" dirty="0" err="1" smtClean="0"/>
              <a:t>và</a:t>
            </a:r>
            <a:r>
              <a:rPr lang="en-US" dirty="0" smtClean="0"/>
              <a:t> </a:t>
            </a:r>
            <a:r>
              <a:rPr lang="en-US" b="1" dirty="0" err="1" smtClean="0"/>
              <a:t>no_interaction</a:t>
            </a:r>
            <a:r>
              <a:rPr lang="en-US" b="1" dirty="0" smtClean="0"/>
              <a:t> </a:t>
            </a:r>
            <a:r>
              <a:rPr lang="en-US" dirty="0" err="1" smtClean="0"/>
              <a:t>để</a:t>
            </a:r>
            <a:r>
              <a:rPr lang="en-US" dirty="0" smtClean="0"/>
              <a:t> </a:t>
            </a:r>
            <a:r>
              <a:rPr lang="en-US" dirty="0" err="1" smtClean="0"/>
              <a:t>khẳng</a:t>
            </a:r>
            <a:r>
              <a:rPr lang="en-US" dirty="0" smtClean="0"/>
              <a:t> </a:t>
            </a:r>
            <a:r>
              <a:rPr lang="en-US" dirty="0" err="1" smtClean="0"/>
              <a:t>định</a:t>
            </a:r>
            <a:r>
              <a:rPr lang="en-US" dirty="0" smtClean="0"/>
              <a:t> message </a:t>
            </a:r>
            <a:r>
              <a:rPr lang="en-US" dirty="0" err="1" smtClean="0"/>
              <a:t>chỉ</a:t>
            </a:r>
            <a:r>
              <a:rPr lang="en-US" dirty="0" smtClean="0"/>
              <a:t> </a:t>
            </a:r>
            <a:r>
              <a:rPr lang="en-US" dirty="0" err="1" smtClean="0"/>
              <a:t>có</a:t>
            </a:r>
            <a:r>
              <a:rPr lang="en-US" dirty="0" smtClean="0"/>
              <a:t> </a:t>
            </a:r>
            <a:r>
              <a:rPr lang="en-US" dirty="0" err="1" smtClean="0"/>
              <a:t>thể</a:t>
            </a:r>
            <a:r>
              <a:rPr lang="en-US" dirty="0" smtClean="0"/>
              <a:t> </a:t>
            </a:r>
            <a:r>
              <a:rPr lang="en-US" dirty="0" err="1" smtClean="0"/>
              <a:t>thuộc</a:t>
            </a:r>
            <a:r>
              <a:rPr lang="en-US" dirty="0" smtClean="0"/>
              <a:t> 1 list/set </a:t>
            </a:r>
            <a:r>
              <a:rPr lang="en-US" dirty="0" err="1" smtClean="0"/>
              <a:t>trong</a:t>
            </a:r>
            <a:r>
              <a:rPr lang="en-US" dirty="0" smtClean="0"/>
              <a:t> </a:t>
            </a:r>
            <a:r>
              <a:rPr lang="en-US" dirty="0" err="1" smtClean="0"/>
              <a:t>hệ</a:t>
            </a:r>
            <a:r>
              <a:rPr lang="en-US" dirty="0" smtClean="0"/>
              <a:t> </a:t>
            </a:r>
            <a:r>
              <a:rPr lang="en-US" dirty="0" err="1" smtClean="0"/>
              <a:t>thống</a:t>
            </a:r>
            <a:r>
              <a:rPr lang="en-US" dirty="0"/>
              <a:t> </a:t>
            </a:r>
            <a:r>
              <a:rPr lang="en-US" dirty="0" smtClean="0"/>
              <a:t>(</a:t>
            </a:r>
            <a:r>
              <a:rPr lang="en-US" dirty="0" err="1" smtClean="0"/>
              <a:t>tính</a:t>
            </a:r>
            <a:r>
              <a:rPr lang="en-US" dirty="0" smtClean="0"/>
              <a:t> </a:t>
            </a:r>
            <a:r>
              <a:rPr lang="en-US" dirty="0" err="1" smtClean="0"/>
              <a:t>chất</a:t>
            </a:r>
            <a:r>
              <a:rPr lang="en-US" dirty="0" smtClean="0"/>
              <a:t> </a:t>
            </a:r>
            <a:r>
              <a:rPr lang="en-US" dirty="0" err="1" smtClean="0"/>
              <a:t>bất</a:t>
            </a:r>
            <a:r>
              <a:rPr lang="en-US" dirty="0" smtClean="0"/>
              <a:t> </a:t>
            </a:r>
            <a:r>
              <a:rPr lang="en-US" dirty="0" err="1" smtClean="0"/>
              <a:t>biến</a:t>
            </a:r>
            <a:r>
              <a:rPr lang="en-US" dirty="0" smtClean="0"/>
              <a:t> </a:t>
            </a:r>
            <a:r>
              <a:rPr lang="en-US" dirty="0" err="1" smtClean="0"/>
              <a:t>trong</a:t>
            </a:r>
            <a:r>
              <a:rPr lang="en-US" dirty="0" smtClean="0"/>
              <a:t> </a:t>
            </a:r>
            <a:r>
              <a:rPr lang="en-US" dirty="0" err="1" smtClean="0"/>
              <a:t>hệ</a:t>
            </a:r>
            <a:r>
              <a:rPr lang="en-US" dirty="0" smtClean="0"/>
              <a:t> </a:t>
            </a:r>
            <a:r>
              <a:rPr lang="en-US" dirty="0" err="1" smtClean="0"/>
              <a:t>thống</a:t>
            </a:r>
            <a:r>
              <a:rPr lang="en-US" dirty="0"/>
              <a:t>)</a:t>
            </a:r>
            <a:endParaRPr lang="en-US" dirty="0" smtClean="0"/>
          </a:p>
          <a:p>
            <a:pPr>
              <a:defRPr sz="1800">
                <a:latin typeface="Courier New"/>
              </a:defRPr>
            </a:pPr>
            <a:r>
              <a:rPr lang="en-US" b="1" dirty="0"/>
              <a:t>inductive </a:t>
            </a:r>
            <a:r>
              <a:rPr lang="en-US" b="1" dirty="0" err="1" smtClean="0"/>
              <a:t>reachable:</a:t>
            </a:r>
            <a:r>
              <a:rPr lang="en-US" dirty="0" err="1" smtClean="0"/>
              <a:t>định</a:t>
            </a:r>
            <a:r>
              <a:rPr lang="en-US" dirty="0" smtClean="0"/>
              <a:t> </a:t>
            </a:r>
            <a:r>
              <a:rPr lang="en-US" dirty="0" err="1" smtClean="0"/>
              <a:t>nghĩa</a:t>
            </a:r>
            <a:r>
              <a:rPr lang="en-US" dirty="0" smtClean="0"/>
              <a:t> </a:t>
            </a:r>
            <a:r>
              <a:rPr lang="en-US" dirty="0" err="1" smtClean="0"/>
              <a:t>theo</a:t>
            </a:r>
            <a:r>
              <a:rPr lang="en-US" dirty="0" smtClean="0"/>
              <a:t> </a:t>
            </a:r>
            <a:r>
              <a:rPr lang="en-US" dirty="0" err="1" smtClean="0"/>
              <a:t>hướng</a:t>
            </a:r>
            <a:r>
              <a:rPr lang="en-US" dirty="0" smtClean="0"/>
              <a:t> </a:t>
            </a:r>
            <a:r>
              <a:rPr lang="en-US" dirty="0" err="1" smtClean="0"/>
              <a:t>quy</a:t>
            </a:r>
            <a:r>
              <a:rPr lang="en-US" dirty="0" smtClean="0"/>
              <a:t> </a:t>
            </a:r>
            <a:r>
              <a:rPr lang="en-US" dirty="0" err="1" smtClean="0"/>
              <a:t>nạp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trạng</a:t>
            </a:r>
            <a:r>
              <a:rPr lang="en-US" dirty="0" smtClean="0"/>
              <a:t> </a:t>
            </a:r>
            <a:r>
              <a:rPr lang="en-US" dirty="0" err="1" smtClean="0"/>
              <a:t>thái</a:t>
            </a:r>
            <a:r>
              <a:rPr lang="en-US" dirty="0" smtClean="0"/>
              <a:t> </a:t>
            </a:r>
            <a:r>
              <a:rPr lang="en-US" dirty="0" err="1" smtClean="0"/>
              <a:t>và</a:t>
            </a:r>
            <a:r>
              <a:rPr lang="en-US" dirty="0" smtClean="0"/>
              <a:t> </a:t>
            </a:r>
            <a:r>
              <a:rPr lang="en-US" dirty="0" err="1" smtClean="0"/>
              <a:t>luật</a:t>
            </a:r>
            <a:r>
              <a:rPr lang="en-US" dirty="0" smtClean="0"/>
              <a:t> </a:t>
            </a:r>
            <a:r>
              <a:rPr lang="en-US" dirty="0" err="1" smtClean="0"/>
              <a:t>chuyển</a:t>
            </a:r>
            <a:r>
              <a:rPr lang="en-US" dirty="0" smtClean="0"/>
              <a:t> </a:t>
            </a:r>
            <a:r>
              <a:rPr lang="en-US" dirty="0" err="1" smtClean="0"/>
              <a:t>trạng</a:t>
            </a:r>
            <a:r>
              <a:rPr lang="en-US" dirty="0" smtClean="0"/>
              <a:t> </a:t>
            </a:r>
            <a:r>
              <a:rPr lang="en-US" dirty="0" err="1" smtClean="0"/>
              <a:t>thái</a:t>
            </a:r>
            <a:r>
              <a:rPr lang="en-US" dirty="0" smtClean="0"/>
              <a:t>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722038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162" y="709612"/>
            <a:ext cx="8829675" cy="543877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557049" y="895605"/>
            <a:ext cx="8192812" cy="47397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dirty="0" err="1" smtClean="0"/>
              <a:t>Chứng</a:t>
            </a:r>
            <a:r>
              <a:rPr lang="en-US" sz="3200" dirty="0" smtClean="0"/>
              <a:t> minh</a:t>
            </a:r>
            <a:endParaRPr lang="en-US" sz="3200" dirty="0"/>
          </a:p>
          <a:p>
            <a:pPr marL="285750" indent="-285750">
              <a:buFont typeface="Arial" panose="020B0604020202020204" pitchFamily="34" charset="0"/>
              <a:buChar char="•"/>
              <a:defRPr sz="1800">
                <a:latin typeface="Courier New"/>
              </a:defRPr>
            </a:pPr>
            <a:r>
              <a:rPr lang="vi-VN" b="1" dirty="0"/>
              <a:t>theorem </a:t>
            </a:r>
            <a:r>
              <a:rPr lang="vi-VN" b="1" dirty="0" smtClean="0"/>
              <a:t>exactly_once:</a:t>
            </a:r>
            <a:r>
              <a:rPr lang="en-US" b="1" dirty="0"/>
              <a:t> </a:t>
            </a:r>
            <a:r>
              <a:rPr lang="en-US" dirty="0" err="1" smtClean="0"/>
              <a:t>Chứng</a:t>
            </a:r>
            <a:r>
              <a:rPr lang="en-US" dirty="0" smtClean="0"/>
              <a:t> minh tin </a:t>
            </a:r>
            <a:r>
              <a:rPr lang="en-US" dirty="0" err="1" smtClean="0"/>
              <a:t>nhắn</a:t>
            </a:r>
            <a:r>
              <a:rPr lang="en-US" dirty="0" smtClean="0"/>
              <a:t> </a:t>
            </a:r>
            <a:r>
              <a:rPr lang="en-US" dirty="0" err="1" smtClean="0"/>
              <a:t>được</a:t>
            </a:r>
            <a:r>
              <a:rPr lang="en-US" dirty="0" smtClean="0"/>
              <a:t> </a:t>
            </a:r>
            <a:r>
              <a:rPr lang="en-US" dirty="0" err="1" smtClean="0"/>
              <a:t>xử</a:t>
            </a:r>
            <a:r>
              <a:rPr lang="en-US" dirty="0" smtClean="0"/>
              <a:t> </a:t>
            </a:r>
            <a:r>
              <a:rPr lang="en-US" dirty="0" err="1" smtClean="0"/>
              <a:t>lý</a:t>
            </a:r>
            <a:r>
              <a:rPr lang="en-US" dirty="0" smtClean="0"/>
              <a:t> </a:t>
            </a:r>
            <a:r>
              <a:rPr lang="en-US" dirty="0" err="1" smtClean="0"/>
              <a:t>duy</a:t>
            </a:r>
            <a:r>
              <a:rPr lang="en-US" dirty="0" smtClean="0"/>
              <a:t> </a:t>
            </a:r>
            <a:r>
              <a:rPr lang="en-US" dirty="0" err="1" smtClean="0"/>
              <a:t>nhất</a:t>
            </a:r>
            <a:r>
              <a:rPr lang="en-US" dirty="0" smtClean="0"/>
              <a:t> 1 </a:t>
            </a:r>
            <a:r>
              <a:rPr lang="en-US" dirty="0" err="1" smtClean="0"/>
              <a:t>lần</a:t>
            </a:r>
            <a:r>
              <a:rPr lang="en-US" dirty="0" smtClean="0"/>
              <a:t>. </a:t>
            </a:r>
            <a:r>
              <a:rPr lang="en-US" dirty="0" err="1" smtClean="0"/>
              <a:t>Sử</a:t>
            </a:r>
            <a:r>
              <a:rPr lang="en-US" dirty="0" smtClean="0"/>
              <a:t> </a:t>
            </a:r>
            <a:r>
              <a:rPr lang="en-US" dirty="0" err="1" smtClean="0"/>
              <a:t>dụng</a:t>
            </a:r>
            <a:r>
              <a:rPr lang="en-US" dirty="0" smtClean="0"/>
              <a:t> </a:t>
            </a:r>
            <a:r>
              <a:rPr lang="en-US" b="1" dirty="0" smtClean="0"/>
              <a:t>lemma </a:t>
            </a:r>
            <a:r>
              <a:rPr lang="en-US" b="1" dirty="0" err="1" smtClean="0"/>
              <a:t>reachable_inv</a:t>
            </a:r>
            <a:endParaRPr lang="en-US" b="1" dirty="0" smtClean="0"/>
          </a:p>
          <a:p>
            <a:pPr marL="285750" indent="-285750">
              <a:buFont typeface="Arial" panose="020B0604020202020204" pitchFamily="34" charset="0"/>
              <a:buChar char="•"/>
              <a:defRPr sz="1800">
                <a:latin typeface="Courier New"/>
              </a:defRPr>
            </a:pPr>
            <a:r>
              <a:rPr lang="vi-VN" b="1" dirty="0"/>
              <a:t>lemma reachable_inv</a:t>
            </a:r>
            <a:r>
              <a:rPr lang="vi-VN" dirty="0" smtClean="0"/>
              <a:t>:</a:t>
            </a:r>
            <a:r>
              <a:rPr lang="en-US" dirty="0" smtClean="0"/>
              <a:t> </a:t>
            </a:r>
            <a:r>
              <a:rPr lang="en-US" dirty="0" err="1" smtClean="0"/>
              <a:t>Chứng</a:t>
            </a:r>
            <a:r>
              <a:rPr lang="en-US" dirty="0" smtClean="0"/>
              <a:t> minh </a:t>
            </a:r>
            <a:r>
              <a:rPr lang="en-US" dirty="0" err="1" smtClean="0"/>
              <a:t>nếu</a:t>
            </a:r>
            <a:r>
              <a:rPr lang="en-US" dirty="0" smtClean="0"/>
              <a:t> ở </a:t>
            </a:r>
            <a:r>
              <a:rPr lang="en-US" dirty="0" err="1" smtClean="0"/>
              <a:t>trạng</a:t>
            </a:r>
            <a:r>
              <a:rPr lang="en-US" dirty="0" smtClean="0"/>
              <a:t> </a:t>
            </a:r>
            <a:r>
              <a:rPr lang="en-US" dirty="0" err="1" smtClean="0"/>
              <a:t>thái</a:t>
            </a:r>
            <a:r>
              <a:rPr lang="en-US" dirty="0" smtClean="0"/>
              <a:t> s </a:t>
            </a:r>
            <a:r>
              <a:rPr lang="en-US" dirty="0" err="1" smtClean="0"/>
              <a:t>mà</a:t>
            </a:r>
            <a:r>
              <a:rPr lang="en-US" dirty="0" smtClean="0"/>
              <a:t> </a:t>
            </a:r>
            <a:r>
              <a:rPr lang="en-US" dirty="0" err="1" smtClean="0"/>
              <a:t>đạt</a:t>
            </a:r>
            <a:r>
              <a:rPr lang="en-US" dirty="0" smtClean="0"/>
              <a:t> ‘</a:t>
            </a:r>
            <a:r>
              <a:rPr lang="en-US" b="1" dirty="0" smtClean="0"/>
              <a:t>reachable</a:t>
            </a:r>
            <a:r>
              <a:rPr lang="en-US" dirty="0" smtClean="0"/>
              <a:t>’ </a:t>
            </a:r>
            <a:r>
              <a:rPr lang="en-US" dirty="0" err="1" smtClean="0"/>
              <a:t>thì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message </a:t>
            </a:r>
            <a:r>
              <a:rPr lang="en-US" dirty="0" err="1" smtClean="0"/>
              <a:t>trong</a:t>
            </a:r>
            <a:r>
              <a:rPr lang="en-US" dirty="0" smtClean="0"/>
              <a:t> </a:t>
            </a:r>
            <a:r>
              <a:rPr lang="en-US" dirty="0" err="1" smtClean="0"/>
              <a:t>hệ</a:t>
            </a:r>
            <a:r>
              <a:rPr lang="en-US" dirty="0" smtClean="0"/>
              <a:t> </a:t>
            </a:r>
            <a:r>
              <a:rPr lang="en-US" dirty="0" err="1" smtClean="0"/>
              <a:t>thống</a:t>
            </a:r>
            <a:r>
              <a:rPr lang="en-US" dirty="0" smtClean="0"/>
              <a:t> </a:t>
            </a:r>
            <a:r>
              <a:rPr lang="en-US" dirty="0" err="1" smtClean="0"/>
              <a:t>là</a:t>
            </a:r>
            <a:r>
              <a:rPr lang="en-US" dirty="0" smtClean="0"/>
              <a:t> unique -&gt; </a:t>
            </a:r>
            <a:r>
              <a:rPr lang="en-US" dirty="0" err="1" smtClean="0"/>
              <a:t>cần</a:t>
            </a:r>
            <a:r>
              <a:rPr lang="en-US" dirty="0" smtClean="0"/>
              <a:t> </a:t>
            </a:r>
            <a:r>
              <a:rPr lang="en-US" dirty="0" err="1" smtClean="0"/>
              <a:t>chứng</a:t>
            </a:r>
            <a:r>
              <a:rPr lang="en-US" dirty="0" smtClean="0"/>
              <a:t> minh </a:t>
            </a:r>
            <a:r>
              <a:rPr lang="en-US" dirty="0" err="1" smtClean="0"/>
              <a:t>đúng</a:t>
            </a:r>
            <a:r>
              <a:rPr lang="en-US" dirty="0" smtClean="0"/>
              <a:t> </a:t>
            </a:r>
            <a:r>
              <a:rPr lang="en-US" dirty="0" err="1" smtClean="0"/>
              <a:t>với</a:t>
            </a:r>
            <a:r>
              <a:rPr lang="en-US" dirty="0" smtClean="0"/>
              <a:t> base case (</a:t>
            </a:r>
            <a:r>
              <a:rPr lang="en-US" b="1" dirty="0" err="1" smtClean="0"/>
              <a:t>initial_inv</a:t>
            </a:r>
            <a:r>
              <a:rPr lang="en-US" dirty="0" smtClean="0"/>
              <a:t>) </a:t>
            </a:r>
            <a:r>
              <a:rPr lang="en-US" dirty="0" err="1" smtClean="0"/>
              <a:t>và</a:t>
            </a:r>
            <a:r>
              <a:rPr lang="en-US" dirty="0" smtClean="0"/>
              <a:t> </a:t>
            </a:r>
            <a:r>
              <a:rPr lang="en-US" dirty="0"/>
              <a:t>inductive step (</a:t>
            </a:r>
            <a:r>
              <a:rPr lang="en-US" b="1" dirty="0" err="1"/>
              <a:t>step_preserves_inv</a:t>
            </a:r>
            <a:r>
              <a:rPr lang="en-US" dirty="0" smtClean="0"/>
              <a:t>).</a:t>
            </a:r>
          </a:p>
          <a:p>
            <a:pPr marL="285750" indent="-285750">
              <a:buFont typeface="Arial" panose="020B0604020202020204" pitchFamily="34" charset="0"/>
              <a:buChar char="•"/>
              <a:defRPr sz="1800">
                <a:latin typeface="Courier New"/>
              </a:defRPr>
            </a:pPr>
            <a:r>
              <a:rPr lang="en-US" b="1" dirty="0"/>
              <a:t>lemma </a:t>
            </a:r>
            <a:r>
              <a:rPr lang="en-US" b="1" dirty="0" err="1" smtClean="0"/>
              <a:t>initial_inv</a:t>
            </a:r>
            <a:r>
              <a:rPr lang="en-US" dirty="0" smtClean="0"/>
              <a:t>: </a:t>
            </a:r>
            <a:r>
              <a:rPr lang="en-US" dirty="0" err="1" smtClean="0"/>
              <a:t>chứng</a:t>
            </a:r>
            <a:r>
              <a:rPr lang="en-US" dirty="0" smtClean="0"/>
              <a:t> minh </a:t>
            </a:r>
            <a:r>
              <a:rPr lang="en-US" dirty="0" err="1" smtClean="0"/>
              <a:t>là</a:t>
            </a:r>
            <a:r>
              <a:rPr lang="en-US" dirty="0" smtClean="0"/>
              <a:t> ở </a:t>
            </a:r>
            <a:r>
              <a:rPr lang="en-US" dirty="0" err="1" smtClean="0"/>
              <a:t>trạng</a:t>
            </a:r>
            <a:r>
              <a:rPr lang="en-US" dirty="0" smtClean="0"/>
              <a:t> </a:t>
            </a:r>
            <a:r>
              <a:rPr lang="en-US" dirty="0" err="1" smtClean="0"/>
              <a:t>thái</a:t>
            </a:r>
            <a:r>
              <a:rPr lang="en-US" dirty="0" smtClean="0"/>
              <a:t> ban </a:t>
            </a:r>
            <a:r>
              <a:rPr lang="en-US" dirty="0" err="1" smtClean="0"/>
              <a:t>đầu</a:t>
            </a:r>
            <a:r>
              <a:rPr lang="en-US" dirty="0" smtClean="0"/>
              <a:t> (</a:t>
            </a:r>
            <a:r>
              <a:rPr lang="en-US" dirty="0" err="1" smtClean="0"/>
              <a:t>initial_state</a:t>
            </a:r>
            <a:r>
              <a:rPr lang="en-US" dirty="0" smtClean="0"/>
              <a:t>) </a:t>
            </a:r>
            <a:r>
              <a:rPr lang="en-US" dirty="0" err="1" smtClean="0"/>
              <a:t>sẽ</a:t>
            </a:r>
            <a:r>
              <a:rPr lang="en-US" dirty="0" smtClean="0"/>
              <a:t> </a:t>
            </a:r>
            <a:r>
              <a:rPr lang="en-US" dirty="0" err="1" smtClean="0"/>
              <a:t>đạt</a:t>
            </a:r>
            <a:r>
              <a:rPr lang="en-US" dirty="0" smtClean="0"/>
              <a:t> ‘</a:t>
            </a:r>
            <a:r>
              <a:rPr lang="en-US" dirty="0" err="1" smtClean="0"/>
              <a:t>unique_message</a:t>
            </a:r>
            <a:r>
              <a:rPr lang="en-US" dirty="0" smtClean="0"/>
              <a:t>’ </a:t>
            </a:r>
            <a:r>
              <a:rPr lang="en-US" dirty="0" err="1" smtClean="0"/>
              <a:t>bằng</a:t>
            </a:r>
            <a:r>
              <a:rPr lang="en-US" dirty="0" smtClean="0"/>
              <a:t> </a:t>
            </a:r>
            <a:r>
              <a:rPr lang="en-US" dirty="0" err="1" smtClean="0"/>
              <a:t>cách</a:t>
            </a:r>
            <a:r>
              <a:rPr lang="en-US" dirty="0" smtClean="0"/>
              <a:t> </a:t>
            </a:r>
            <a:r>
              <a:rPr lang="en-US" dirty="0" err="1" smtClean="0"/>
              <a:t>chứng</a:t>
            </a:r>
            <a:r>
              <a:rPr lang="en-US" dirty="0" smtClean="0"/>
              <a:t> minh </a:t>
            </a:r>
            <a:r>
              <a:rPr lang="en-US" dirty="0" err="1" smtClean="0"/>
              <a:t>không</a:t>
            </a:r>
            <a:r>
              <a:rPr lang="en-US" dirty="0" smtClean="0"/>
              <a:t> </a:t>
            </a:r>
            <a:r>
              <a:rPr lang="en-US" dirty="0" err="1" smtClean="0"/>
              <a:t>trùng</a:t>
            </a:r>
            <a:r>
              <a:rPr lang="en-US" dirty="0" smtClean="0"/>
              <a:t> message ở queue </a:t>
            </a:r>
            <a:r>
              <a:rPr lang="en-US" dirty="0" err="1" smtClean="0"/>
              <a:t>và</a:t>
            </a:r>
            <a:r>
              <a:rPr lang="en-US" dirty="0" smtClean="0"/>
              <a:t> </a:t>
            </a:r>
            <a:r>
              <a:rPr lang="en-US" dirty="0" err="1" smtClean="0"/>
              <a:t>không</a:t>
            </a:r>
            <a:r>
              <a:rPr lang="en-US" dirty="0" smtClean="0"/>
              <a:t> </a:t>
            </a:r>
            <a:r>
              <a:rPr lang="en-US" dirty="0" err="1" smtClean="0"/>
              <a:t>có</a:t>
            </a:r>
            <a:r>
              <a:rPr lang="en-US" dirty="0" smtClean="0"/>
              <a:t> </a:t>
            </a:r>
            <a:r>
              <a:rPr lang="en-US" dirty="0" err="1" smtClean="0"/>
              <a:t>trùng</a:t>
            </a:r>
            <a:r>
              <a:rPr lang="en-US" dirty="0" smtClean="0"/>
              <a:t> message </a:t>
            </a:r>
            <a:r>
              <a:rPr lang="en-US" dirty="0" err="1" smtClean="0"/>
              <a:t>giữa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list/set.</a:t>
            </a:r>
          </a:p>
          <a:p>
            <a:pPr marL="285750" indent="-285750">
              <a:buFont typeface="Arial" panose="020B0604020202020204" pitchFamily="34" charset="0"/>
              <a:buChar char="•"/>
              <a:defRPr sz="1800">
                <a:latin typeface="Courier New"/>
              </a:defRPr>
            </a:pPr>
            <a:r>
              <a:rPr lang="en-US" b="1" dirty="0" smtClean="0"/>
              <a:t>lemma </a:t>
            </a:r>
            <a:r>
              <a:rPr lang="en-US" b="1" dirty="0" err="1" smtClean="0"/>
              <a:t>step_preserves_inv</a:t>
            </a:r>
            <a:r>
              <a:rPr lang="en-US" b="1" dirty="0" smtClean="0"/>
              <a:t>: </a:t>
            </a:r>
            <a:r>
              <a:rPr lang="en-US" dirty="0" err="1" smtClean="0"/>
              <a:t>chứng</a:t>
            </a:r>
            <a:r>
              <a:rPr lang="en-US" dirty="0" smtClean="0"/>
              <a:t> minh </a:t>
            </a:r>
            <a:r>
              <a:rPr lang="en-US" dirty="0" err="1" smtClean="0"/>
              <a:t>nếu</a:t>
            </a:r>
            <a:r>
              <a:rPr lang="en-US" dirty="0" smtClean="0"/>
              <a:t> s </a:t>
            </a:r>
            <a:r>
              <a:rPr lang="en-US" dirty="0" err="1" smtClean="0"/>
              <a:t>đạt</a:t>
            </a:r>
            <a:r>
              <a:rPr lang="en-US" dirty="0" smtClean="0"/>
              <a:t> ‘</a:t>
            </a:r>
            <a:r>
              <a:rPr lang="en-US" dirty="0" err="1" smtClean="0"/>
              <a:t>unique_message</a:t>
            </a:r>
            <a:r>
              <a:rPr lang="en-US" dirty="0" smtClean="0"/>
              <a:t>’ </a:t>
            </a:r>
            <a:r>
              <a:rPr lang="en-US" dirty="0" err="1" smtClean="0"/>
              <a:t>khi</a:t>
            </a:r>
            <a:r>
              <a:rPr lang="en-US" dirty="0" smtClean="0"/>
              <a:t> s -&gt; s’ </a:t>
            </a:r>
            <a:r>
              <a:rPr lang="en-US" dirty="0" err="1" smtClean="0"/>
              <a:t>thì</a:t>
            </a:r>
            <a:r>
              <a:rPr lang="en-US" dirty="0" smtClean="0"/>
              <a:t> s’ </a:t>
            </a:r>
            <a:r>
              <a:rPr lang="en-US" dirty="0" err="1" smtClean="0"/>
              <a:t>cũng</a:t>
            </a:r>
            <a:r>
              <a:rPr lang="en-US" dirty="0" smtClean="0"/>
              <a:t> </a:t>
            </a:r>
            <a:r>
              <a:rPr lang="en-US" dirty="0" err="1" smtClean="0"/>
              <a:t>sẽ</a:t>
            </a:r>
            <a:r>
              <a:rPr lang="en-US" dirty="0" smtClean="0"/>
              <a:t> </a:t>
            </a:r>
            <a:r>
              <a:rPr lang="en-US" dirty="0" err="1" smtClean="0"/>
              <a:t>đạt</a:t>
            </a:r>
            <a:r>
              <a:rPr lang="en-US" dirty="0" smtClean="0"/>
              <a:t> ‘</a:t>
            </a:r>
            <a:r>
              <a:rPr lang="en-US" dirty="0" err="1" smtClean="0"/>
              <a:t>unique_message</a:t>
            </a:r>
            <a:r>
              <a:rPr lang="en-US" dirty="0" smtClean="0"/>
              <a:t>’.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  <a:defRPr sz="1800">
                <a:latin typeface="Courier New"/>
              </a:defRPr>
            </a:pPr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  <a:defRPr sz="1800">
                <a:latin typeface="Courier New"/>
              </a:defRPr>
            </a:pPr>
            <a:endParaRPr lang="vi-VN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267</TotalTime>
  <Words>150</Words>
  <Application>Microsoft Office PowerPoint</Application>
  <PresentationFormat>On-screen Show (4:3)</PresentationFormat>
  <Paragraphs>15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Courier New</vt:lpstr>
      <vt:lpstr>Office Theme</vt:lpstr>
      <vt:lpstr>- Không mất tin nhắn: mọi tin nhắn đã enqueue thì hoặc sẽ được dequeue, hoặc vẫn nằm trong hệ thống. - Không xử lý lặp: mỗi tin nhắn chỉ được xử lý đúng một lần. 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Reliable Message Queue Formalization</dc:title>
  <dc:subject/>
  <dc:creator/>
  <cp:keywords/>
  <dc:description>generated using python-pptx</dc:description>
  <cp:lastModifiedBy>Admin</cp:lastModifiedBy>
  <cp:revision>13</cp:revision>
  <dcterms:created xsi:type="dcterms:W3CDTF">2013-01-27T09:14:16Z</dcterms:created>
  <dcterms:modified xsi:type="dcterms:W3CDTF">2026-01-25T14:12:45Z</dcterms:modified>
  <cp:category/>
</cp:coreProperties>
</file>